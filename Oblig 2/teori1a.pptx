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4C9F3C-4DB6-944F-9CEB-81C70B169845}" v="26" dt="2024-10-17T17:40:19.4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0"/>
  </p:normalViewPr>
  <p:slideViewPr>
    <p:cSldViewPr snapToGrid="0">
      <p:cViewPr>
        <p:scale>
          <a:sx n="122" d="100"/>
          <a:sy n="122" d="100"/>
        </p:scale>
        <p:origin x="200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Walstad Haugstvedt" userId="dcb1c7f3-178b-4f47-9e88-c0791daaca55" providerId="ADAL" clId="{8E4C9F3C-4DB6-944F-9CEB-81C70B169845}"/>
    <pc:docChg chg="custSel modSld">
      <pc:chgData name="David Walstad Haugstvedt" userId="dcb1c7f3-178b-4f47-9e88-c0791daaca55" providerId="ADAL" clId="{8E4C9F3C-4DB6-944F-9CEB-81C70B169845}" dt="2024-10-17T18:44:00.612" v="628" actId="1076"/>
      <pc:docMkLst>
        <pc:docMk/>
      </pc:docMkLst>
      <pc:sldChg chg="addSp delSp modSp mod">
        <pc:chgData name="David Walstad Haugstvedt" userId="dcb1c7f3-178b-4f47-9e88-c0791daaca55" providerId="ADAL" clId="{8E4C9F3C-4DB6-944F-9CEB-81C70B169845}" dt="2024-10-17T18:44:00.612" v="628" actId="1076"/>
        <pc:sldMkLst>
          <pc:docMk/>
          <pc:sldMk cId="1478080968" sldId="257"/>
        </pc:sldMkLst>
        <pc:spChg chg="mod">
          <ac:chgData name="David Walstad Haugstvedt" userId="dcb1c7f3-178b-4f47-9e88-c0791daaca55" providerId="ADAL" clId="{8E4C9F3C-4DB6-944F-9CEB-81C70B169845}" dt="2024-10-17T18:44:00.612" v="628" actId="1076"/>
          <ac:spMkLst>
            <pc:docMk/>
            <pc:sldMk cId="1478080968" sldId="257"/>
            <ac:spMk id="2" creationId="{1B27D2B6-E11D-24FF-4E58-EF84754F491D}"/>
          </ac:spMkLst>
        </pc:spChg>
        <pc:spChg chg="mod">
          <ac:chgData name="David Walstad Haugstvedt" userId="dcb1c7f3-178b-4f47-9e88-c0791daaca55" providerId="ADAL" clId="{8E4C9F3C-4DB6-944F-9CEB-81C70B169845}" dt="2024-10-17T18:44:00.612" v="628" actId="1076"/>
          <ac:spMkLst>
            <pc:docMk/>
            <pc:sldMk cId="1478080968" sldId="257"/>
            <ac:spMk id="3" creationId="{1BB0A97C-9EF6-F4FC-9EDC-78A2C8E56065}"/>
          </ac:spMkLst>
        </pc:spChg>
        <pc:spChg chg="add del mod">
          <ac:chgData name="David Walstad Haugstvedt" userId="dcb1c7f3-178b-4f47-9e88-c0791daaca55" providerId="ADAL" clId="{8E4C9F3C-4DB6-944F-9CEB-81C70B169845}" dt="2024-10-17T11:32:54.520" v="55" actId="478"/>
          <ac:spMkLst>
            <pc:docMk/>
            <pc:sldMk cId="1478080968" sldId="257"/>
            <ac:spMk id="4" creationId="{EC2BA85E-6AB1-FF16-3A20-EB04721994A7}"/>
          </ac:spMkLst>
        </pc:spChg>
        <pc:spChg chg="add mod">
          <ac:chgData name="David Walstad Haugstvedt" userId="dcb1c7f3-178b-4f47-9e88-c0791daaca55" providerId="ADAL" clId="{8E4C9F3C-4DB6-944F-9CEB-81C70B169845}" dt="2024-10-17T18:44:00.612" v="628" actId="1076"/>
          <ac:spMkLst>
            <pc:docMk/>
            <pc:sldMk cId="1478080968" sldId="257"/>
            <ac:spMk id="5" creationId="{55DC885D-DC25-6A14-6FDC-5737C675302B}"/>
          </ac:spMkLst>
        </pc:spChg>
        <pc:spChg chg="add del mod">
          <ac:chgData name="David Walstad Haugstvedt" userId="dcb1c7f3-178b-4f47-9e88-c0791daaca55" providerId="ADAL" clId="{8E4C9F3C-4DB6-944F-9CEB-81C70B169845}" dt="2024-10-17T11:56:17.617" v="353" actId="478"/>
          <ac:spMkLst>
            <pc:docMk/>
            <pc:sldMk cId="1478080968" sldId="257"/>
            <ac:spMk id="6" creationId="{5BAB16C1-56DF-4C64-203C-6917DA24DAEF}"/>
          </ac:spMkLst>
        </pc:spChg>
        <pc:spChg chg="add mod">
          <ac:chgData name="David Walstad Haugstvedt" userId="dcb1c7f3-178b-4f47-9e88-c0791daaca55" providerId="ADAL" clId="{8E4C9F3C-4DB6-944F-9CEB-81C70B169845}" dt="2024-10-17T18:44:00.612" v="628" actId="1076"/>
          <ac:spMkLst>
            <pc:docMk/>
            <pc:sldMk cId="1478080968" sldId="257"/>
            <ac:spMk id="7" creationId="{3C702191-4586-2D71-E735-936B59CB8369}"/>
          </ac:spMkLst>
        </pc:spChg>
        <pc:spChg chg="add mod">
          <ac:chgData name="David Walstad Haugstvedt" userId="dcb1c7f3-178b-4f47-9e88-c0791daaca55" providerId="ADAL" clId="{8E4C9F3C-4DB6-944F-9CEB-81C70B169845}" dt="2024-10-17T18:44:00.612" v="628" actId="1076"/>
          <ac:spMkLst>
            <pc:docMk/>
            <pc:sldMk cId="1478080968" sldId="257"/>
            <ac:spMk id="8" creationId="{26B4F707-09FB-A231-D37A-2EA7B27B1B6C}"/>
          </ac:spMkLst>
        </pc:spChg>
        <pc:spChg chg="add mod">
          <ac:chgData name="David Walstad Haugstvedt" userId="dcb1c7f3-178b-4f47-9e88-c0791daaca55" providerId="ADAL" clId="{8E4C9F3C-4DB6-944F-9CEB-81C70B169845}" dt="2024-10-17T18:44:00.612" v="628" actId="1076"/>
          <ac:spMkLst>
            <pc:docMk/>
            <pc:sldMk cId="1478080968" sldId="257"/>
            <ac:spMk id="9" creationId="{FE3374DD-A718-FB23-7795-9B91832CE9AF}"/>
          </ac:spMkLst>
        </pc:spChg>
        <pc:spChg chg="add mod">
          <ac:chgData name="David Walstad Haugstvedt" userId="dcb1c7f3-178b-4f47-9e88-c0791daaca55" providerId="ADAL" clId="{8E4C9F3C-4DB6-944F-9CEB-81C70B169845}" dt="2024-10-17T18:44:00.612" v="628" actId="1076"/>
          <ac:spMkLst>
            <pc:docMk/>
            <pc:sldMk cId="1478080968" sldId="257"/>
            <ac:spMk id="10" creationId="{C8E4622C-8C3B-B9A8-6EFD-77B5B09B2520}"/>
          </ac:spMkLst>
        </pc:spChg>
        <pc:spChg chg="add mod">
          <ac:chgData name="David Walstad Haugstvedt" userId="dcb1c7f3-178b-4f47-9e88-c0791daaca55" providerId="ADAL" clId="{8E4C9F3C-4DB6-944F-9CEB-81C70B169845}" dt="2024-10-17T18:44:00.612" v="628" actId="1076"/>
          <ac:spMkLst>
            <pc:docMk/>
            <pc:sldMk cId="1478080968" sldId="257"/>
            <ac:spMk id="11" creationId="{BB8F3E9E-9874-1970-7594-C21DF0D5A92C}"/>
          </ac:spMkLst>
        </pc:spChg>
        <pc:spChg chg="add mod">
          <ac:chgData name="David Walstad Haugstvedt" userId="dcb1c7f3-178b-4f47-9e88-c0791daaca55" providerId="ADAL" clId="{8E4C9F3C-4DB6-944F-9CEB-81C70B169845}" dt="2024-10-17T18:44:00.612" v="628" actId="1076"/>
          <ac:spMkLst>
            <pc:docMk/>
            <pc:sldMk cId="1478080968" sldId="257"/>
            <ac:spMk id="12" creationId="{22324C05-A9AB-497B-B2C1-DB9C30FA9F80}"/>
          </ac:spMkLst>
        </pc:spChg>
        <pc:spChg chg="add del mod">
          <ac:chgData name="David Walstad Haugstvedt" userId="dcb1c7f3-178b-4f47-9e88-c0791daaca55" providerId="ADAL" clId="{8E4C9F3C-4DB6-944F-9CEB-81C70B169845}" dt="2024-10-17T11:44:47.863" v="179" actId="478"/>
          <ac:spMkLst>
            <pc:docMk/>
            <pc:sldMk cId="1478080968" sldId="257"/>
            <ac:spMk id="13" creationId="{FC0CBFB1-B642-77AD-7F81-EE1647E1C018}"/>
          </ac:spMkLst>
        </pc:spChg>
        <pc:spChg chg="add del mod">
          <ac:chgData name="David Walstad Haugstvedt" userId="dcb1c7f3-178b-4f47-9e88-c0791daaca55" providerId="ADAL" clId="{8E4C9F3C-4DB6-944F-9CEB-81C70B169845}" dt="2024-10-17T11:42:19.852" v="107" actId="478"/>
          <ac:spMkLst>
            <pc:docMk/>
            <pc:sldMk cId="1478080968" sldId="257"/>
            <ac:spMk id="14" creationId="{75B9D15C-C8AD-7D63-7D11-16AC6BEA38B2}"/>
          </ac:spMkLst>
        </pc:spChg>
        <pc:spChg chg="add mod">
          <ac:chgData name="David Walstad Haugstvedt" userId="dcb1c7f3-178b-4f47-9e88-c0791daaca55" providerId="ADAL" clId="{8E4C9F3C-4DB6-944F-9CEB-81C70B169845}" dt="2024-10-17T18:44:00.612" v="628" actId="1076"/>
          <ac:spMkLst>
            <pc:docMk/>
            <pc:sldMk cId="1478080968" sldId="257"/>
            <ac:spMk id="15" creationId="{6B4B2193-558D-101E-2E83-DC1C38A113D2}"/>
          </ac:spMkLst>
        </pc:spChg>
        <pc:spChg chg="add mod">
          <ac:chgData name="David Walstad Haugstvedt" userId="dcb1c7f3-178b-4f47-9e88-c0791daaca55" providerId="ADAL" clId="{8E4C9F3C-4DB6-944F-9CEB-81C70B169845}" dt="2024-10-17T18:44:00.612" v="628" actId="1076"/>
          <ac:spMkLst>
            <pc:docMk/>
            <pc:sldMk cId="1478080968" sldId="257"/>
            <ac:spMk id="16" creationId="{7B5CD448-53DA-6063-EFAD-B30DE753E569}"/>
          </ac:spMkLst>
        </pc:spChg>
        <pc:spChg chg="add mod">
          <ac:chgData name="David Walstad Haugstvedt" userId="dcb1c7f3-178b-4f47-9e88-c0791daaca55" providerId="ADAL" clId="{8E4C9F3C-4DB6-944F-9CEB-81C70B169845}" dt="2024-10-17T18:44:00.612" v="628" actId="1076"/>
          <ac:spMkLst>
            <pc:docMk/>
            <pc:sldMk cId="1478080968" sldId="257"/>
            <ac:spMk id="17" creationId="{BDBB97BD-A060-FF64-4797-BC295E883FC5}"/>
          </ac:spMkLst>
        </pc:spChg>
        <pc:spChg chg="add del mod">
          <ac:chgData name="David Walstad Haugstvedt" userId="dcb1c7f3-178b-4f47-9e88-c0791daaca55" providerId="ADAL" clId="{8E4C9F3C-4DB6-944F-9CEB-81C70B169845}" dt="2024-10-17T11:44:54.963" v="182" actId="478"/>
          <ac:spMkLst>
            <pc:docMk/>
            <pc:sldMk cId="1478080968" sldId="257"/>
            <ac:spMk id="18" creationId="{28940511-4C31-A4C8-8274-4E7357B8FBA5}"/>
          </ac:spMkLst>
        </pc:spChg>
        <pc:spChg chg="add mod">
          <ac:chgData name="David Walstad Haugstvedt" userId="dcb1c7f3-178b-4f47-9e88-c0791daaca55" providerId="ADAL" clId="{8E4C9F3C-4DB6-944F-9CEB-81C70B169845}" dt="2024-10-17T18:44:00.612" v="628" actId="1076"/>
          <ac:spMkLst>
            <pc:docMk/>
            <pc:sldMk cId="1478080968" sldId="257"/>
            <ac:spMk id="19" creationId="{C626672E-EC6C-6137-2115-B10199AE5772}"/>
          </ac:spMkLst>
        </pc:spChg>
        <pc:spChg chg="add mod">
          <ac:chgData name="David Walstad Haugstvedt" userId="dcb1c7f3-178b-4f47-9e88-c0791daaca55" providerId="ADAL" clId="{8E4C9F3C-4DB6-944F-9CEB-81C70B169845}" dt="2024-10-17T18:44:00.612" v="628" actId="1076"/>
          <ac:spMkLst>
            <pc:docMk/>
            <pc:sldMk cId="1478080968" sldId="257"/>
            <ac:spMk id="20" creationId="{25FD38BD-8C7E-E863-3115-69F5A29C05C3}"/>
          </ac:spMkLst>
        </pc:spChg>
        <pc:spChg chg="add mod">
          <ac:chgData name="David Walstad Haugstvedt" userId="dcb1c7f3-178b-4f47-9e88-c0791daaca55" providerId="ADAL" clId="{8E4C9F3C-4DB6-944F-9CEB-81C70B169845}" dt="2024-10-17T18:44:00.612" v="628" actId="1076"/>
          <ac:spMkLst>
            <pc:docMk/>
            <pc:sldMk cId="1478080968" sldId="257"/>
            <ac:spMk id="21" creationId="{FACE98D0-55B4-B40A-07C9-E16912C049D1}"/>
          </ac:spMkLst>
        </pc:spChg>
        <pc:spChg chg="add mod">
          <ac:chgData name="David Walstad Haugstvedt" userId="dcb1c7f3-178b-4f47-9e88-c0791daaca55" providerId="ADAL" clId="{8E4C9F3C-4DB6-944F-9CEB-81C70B169845}" dt="2024-10-17T18:44:00.612" v="628" actId="1076"/>
          <ac:spMkLst>
            <pc:docMk/>
            <pc:sldMk cId="1478080968" sldId="257"/>
            <ac:spMk id="22" creationId="{6CD45FC8-B76C-FE09-4B59-A76800F55C2F}"/>
          </ac:spMkLst>
        </pc:spChg>
        <pc:spChg chg="add mod">
          <ac:chgData name="David Walstad Haugstvedt" userId="dcb1c7f3-178b-4f47-9e88-c0791daaca55" providerId="ADAL" clId="{8E4C9F3C-4DB6-944F-9CEB-81C70B169845}" dt="2024-10-17T18:44:00.612" v="628" actId="1076"/>
          <ac:spMkLst>
            <pc:docMk/>
            <pc:sldMk cId="1478080968" sldId="257"/>
            <ac:spMk id="23" creationId="{4DC0506B-D8F7-EEE3-7E2D-DCDC99C507D9}"/>
          </ac:spMkLst>
        </pc:spChg>
        <pc:spChg chg="add mod">
          <ac:chgData name="David Walstad Haugstvedt" userId="dcb1c7f3-178b-4f47-9e88-c0791daaca55" providerId="ADAL" clId="{8E4C9F3C-4DB6-944F-9CEB-81C70B169845}" dt="2024-10-17T18:44:00.612" v="628" actId="1076"/>
          <ac:spMkLst>
            <pc:docMk/>
            <pc:sldMk cId="1478080968" sldId="257"/>
            <ac:spMk id="32" creationId="{9DEC124A-1FD5-4435-3CA7-04EF90DF566B}"/>
          </ac:spMkLst>
        </pc:spChg>
        <pc:spChg chg="add mod">
          <ac:chgData name="David Walstad Haugstvedt" userId="dcb1c7f3-178b-4f47-9e88-c0791daaca55" providerId="ADAL" clId="{8E4C9F3C-4DB6-944F-9CEB-81C70B169845}" dt="2024-10-17T18:44:00.612" v="628" actId="1076"/>
          <ac:spMkLst>
            <pc:docMk/>
            <pc:sldMk cId="1478080968" sldId="257"/>
            <ac:spMk id="33" creationId="{4D58CBBB-1E58-FFED-8F86-57A9D5189E90}"/>
          </ac:spMkLst>
        </pc:spChg>
        <pc:cxnChg chg="add mod">
          <ac:chgData name="David Walstad Haugstvedt" userId="dcb1c7f3-178b-4f47-9e88-c0791daaca55" providerId="ADAL" clId="{8E4C9F3C-4DB6-944F-9CEB-81C70B169845}" dt="2024-10-17T18:44:00.612" v="628" actId="1076"/>
          <ac:cxnSpMkLst>
            <pc:docMk/>
            <pc:sldMk cId="1478080968" sldId="257"/>
            <ac:cxnSpMk id="25" creationId="{F8687903-DAEA-E1CD-9AF0-E03B6DAACF16}"/>
          </ac:cxnSpMkLst>
        </pc:cxnChg>
        <pc:cxnChg chg="add mod">
          <ac:chgData name="David Walstad Haugstvedt" userId="dcb1c7f3-178b-4f47-9e88-c0791daaca55" providerId="ADAL" clId="{8E4C9F3C-4DB6-944F-9CEB-81C70B169845}" dt="2024-10-17T18:44:00.612" v="628" actId="1076"/>
          <ac:cxnSpMkLst>
            <pc:docMk/>
            <pc:sldMk cId="1478080968" sldId="257"/>
            <ac:cxnSpMk id="27" creationId="{2DC895A2-1182-25AB-3382-4A08BFCC860A}"/>
          </ac:cxnSpMkLst>
        </pc:cxnChg>
        <pc:cxnChg chg="add mod">
          <ac:chgData name="David Walstad Haugstvedt" userId="dcb1c7f3-178b-4f47-9e88-c0791daaca55" providerId="ADAL" clId="{8E4C9F3C-4DB6-944F-9CEB-81C70B169845}" dt="2024-10-17T18:44:00.612" v="628" actId="1076"/>
          <ac:cxnSpMkLst>
            <pc:docMk/>
            <pc:sldMk cId="1478080968" sldId="257"/>
            <ac:cxnSpMk id="29" creationId="{5A94D2D9-0927-47FB-96A7-E33C4620D271}"/>
          </ac:cxnSpMkLst>
        </pc:cxnChg>
        <pc:cxnChg chg="add mod">
          <ac:chgData name="David Walstad Haugstvedt" userId="dcb1c7f3-178b-4f47-9e88-c0791daaca55" providerId="ADAL" clId="{8E4C9F3C-4DB6-944F-9CEB-81C70B169845}" dt="2024-10-17T18:44:00.612" v="628" actId="1076"/>
          <ac:cxnSpMkLst>
            <pc:docMk/>
            <pc:sldMk cId="1478080968" sldId="257"/>
            <ac:cxnSpMk id="31" creationId="{F09CB173-77E9-8626-B91A-80A735016E3D}"/>
          </ac:cxnSpMkLst>
        </pc:cxnChg>
        <pc:cxnChg chg="add del mod">
          <ac:chgData name="David Walstad Haugstvedt" userId="dcb1c7f3-178b-4f47-9e88-c0791daaca55" providerId="ADAL" clId="{8E4C9F3C-4DB6-944F-9CEB-81C70B169845}" dt="2024-10-17T18:32:06.076" v="625" actId="478"/>
          <ac:cxnSpMkLst>
            <pc:docMk/>
            <pc:sldMk cId="1478080968" sldId="257"/>
            <ac:cxnSpMk id="35" creationId="{6BF3AFAB-4D4A-FD87-C1C5-5E01FC0A0FCF}"/>
          </ac:cxnSpMkLst>
        </pc:cxnChg>
        <pc:cxnChg chg="add mod">
          <ac:chgData name="David Walstad Haugstvedt" userId="dcb1c7f3-178b-4f47-9e88-c0791daaca55" providerId="ADAL" clId="{8E4C9F3C-4DB6-944F-9CEB-81C70B169845}" dt="2024-10-17T18:44:00.612" v="628" actId="1076"/>
          <ac:cxnSpMkLst>
            <pc:docMk/>
            <pc:sldMk cId="1478080968" sldId="257"/>
            <ac:cxnSpMk id="37" creationId="{5D72130D-988C-7D65-0EB4-A09832F35D46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7A6C5C2-34CF-2DF6-4BB6-C3B88571A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FEF88967-5939-03B4-E455-357468FFE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E53AC17-7047-DA75-2813-C0F0A0CBD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E14D-38FE-BC45-B6B2-EA032FCB86DD}" type="datetimeFigureOut">
              <a:rPr lang="nb-NO" smtClean="0"/>
              <a:t>15.10.2024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FA6D9D7-53D2-E875-F47F-1C786C184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4D8D93B-FE76-75F1-6D1A-4A01641A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0FBF-5132-C34A-BB4C-52D068C7D7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0543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6D96204-2063-59C7-796F-02F56D8E8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9AB451C-9DAE-9041-BA6F-0E34EC68F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B77E793-892B-BAD1-ECCC-FE4E08206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E14D-38FE-BC45-B6B2-EA032FCB86DD}" type="datetimeFigureOut">
              <a:rPr lang="nb-NO" smtClean="0"/>
              <a:t>15.10.2024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1346826-FF9D-82DB-A7F3-45BC773D2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B5845A8-89C1-3846-084F-FF000FD2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0FBF-5132-C34A-BB4C-52D068C7D7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55731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4E1AEEA-4365-A85A-83C1-8B9BF5E0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851B93C7-84E4-E28D-F245-E4EE3A99A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4BBE533-E819-F9D3-77A7-3DFE35A63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E14D-38FE-BC45-B6B2-EA032FCB86DD}" type="datetimeFigureOut">
              <a:rPr lang="nb-NO" smtClean="0"/>
              <a:t>15.10.2024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57B451BA-20B4-DFA5-0E42-6F8053E67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EABBAC6-14E8-D7F3-9AC1-CA7B874D5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0FBF-5132-C34A-BB4C-52D068C7D7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61298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B818669-AF5E-EAA0-B32E-C9F9927D2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9ADBC17-8747-5D9B-0D76-7697F4D8B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A4D92295-ECBA-19EB-E830-11D3752D4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0B5DC114-CE60-0DE9-50F4-DAB9627BB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E14D-38FE-BC45-B6B2-EA032FCB86DD}" type="datetimeFigureOut">
              <a:rPr lang="nb-NO" smtClean="0"/>
              <a:t>15.10.2024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446B3568-5BEE-EEF8-0256-263496535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9B8487E7-71A2-05C9-71CE-908EC6969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0FBF-5132-C34A-BB4C-52D068C7D7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04214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FC098AE-4B63-894A-7143-206D46DA4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1B29C14-872D-9B6B-89FB-1C46DF535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9AF776B0-A464-F363-A75F-AED46E304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9B8D00FC-A97D-5E8F-5B38-1EF5EC2174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45641E43-AC96-CD9C-25C6-89F50BBA4E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2942AFE0-9A7D-9D70-F3E3-2827B10D6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E14D-38FE-BC45-B6B2-EA032FCB86DD}" type="datetimeFigureOut">
              <a:rPr lang="nb-NO" smtClean="0"/>
              <a:t>15.10.2024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AA1351F7-244E-741E-8C6C-509EDB08A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BF3254AB-4776-CEF6-0EE8-7CB325D6E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0FBF-5132-C34A-BB4C-52D068C7D7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20709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EC21ABC-23CA-4600-FFFC-04CD0A15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047918DB-9FDD-B864-1596-9E74EC665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E14D-38FE-BC45-B6B2-EA032FCB86DD}" type="datetimeFigureOut">
              <a:rPr lang="nb-NO" smtClean="0"/>
              <a:t>15.10.2024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B40F2796-1520-E17B-1A88-16BD547A4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2569BB8B-6542-8729-96DF-28F3DCF4F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0FBF-5132-C34A-BB4C-52D068C7D7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61690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57A92E87-646A-E593-FCEE-2776F42BB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E14D-38FE-BC45-B6B2-EA032FCB86DD}" type="datetimeFigureOut">
              <a:rPr lang="nb-NO" smtClean="0"/>
              <a:t>15.10.2024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94DA9486-B1E4-1B4E-0B87-16B4A35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5D2F589A-1BD6-36ED-D7C7-BFA160087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0FBF-5132-C34A-BB4C-52D068C7D7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4545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1A65465-3D71-23C4-BC45-B0F27A81C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266B7E3-D573-9DA2-8309-ECCF113AA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30E63E5F-C9E8-F01C-447C-7CECF7272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654B3C97-9646-606B-7F38-834AB5B22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E14D-38FE-BC45-B6B2-EA032FCB86DD}" type="datetimeFigureOut">
              <a:rPr lang="nb-NO" smtClean="0"/>
              <a:t>15.10.2024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719FDE23-278B-027B-2FE9-087E1D684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8FDD97C9-2621-5984-492F-F67F84019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0FBF-5132-C34A-BB4C-52D068C7D7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4671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309B7CC-0DD3-5FF2-B033-A62577FD0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3D94DCDE-13D3-24C0-BD54-9ACD77D75E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786D3B0B-F27C-30E8-32AD-37B69A6DD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C1FB3A2D-24B4-92E9-1F70-8FDFDADA1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E14D-38FE-BC45-B6B2-EA032FCB86DD}" type="datetimeFigureOut">
              <a:rPr lang="nb-NO" smtClean="0"/>
              <a:t>15.10.2024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6B91FD22-78C5-7B78-8881-3983FCFC7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5DA69CA8-E92D-A9AD-1716-A9ECF4FE5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0FBF-5132-C34A-BB4C-52D068C7D7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25875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BC013D6-0A2B-4FA1-1CA3-3780EE3D8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113136C2-0B11-95F9-C060-EC5097FF7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C8BF04E-4300-A7F7-11A7-1EF8D94CD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E14D-38FE-BC45-B6B2-EA032FCB86DD}" type="datetimeFigureOut">
              <a:rPr lang="nb-NO" smtClean="0"/>
              <a:t>15.10.2024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A0E8EF8F-4727-D9E3-F01E-58F8E3370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DBD2B16-627D-C1CF-BB39-E9C2A30F6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0FBF-5132-C34A-BB4C-52D068C7D7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58626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E3B47924-321C-66D5-7209-7D5FE0496D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1FDDFE3A-66D1-C73A-E196-37DE3D208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177CC58-CC49-1BDA-A0A0-030A3E0B0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6E14D-38FE-BC45-B6B2-EA032FCB86DD}" type="datetimeFigureOut">
              <a:rPr lang="nb-NO" smtClean="0"/>
              <a:t>15.10.2024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1316454-6829-ED70-D7D9-43E9C1F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9A4B099-1A44-08F0-CC6A-D1F0C38E9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00FBF-5132-C34A-BB4C-52D068C7D7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16711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A591B3DB-B372-9242-3B67-F580ACCBD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5D926106-670B-0800-4F35-DE401B27A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012D284-277D-9AEA-8ADF-A46D30EC13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B6E14D-38FE-BC45-B6B2-EA032FCB86DD}" type="datetimeFigureOut">
              <a:rPr lang="nb-NO" smtClean="0"/>
              <a:t>15.10.2024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78E232C-5E1F-789A-E83E-6E3B0EA9D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B67E59C-6763-F9B7-8B27-09656C0ABA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00FBF-5132-C34A-BB4C-52D068C7D7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59353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vrundet rektangel 7">
            <a:extLst>
              <a:ext uri="{FF2B5EF4-FFF2-40B4-BE49-F238E27FC236}">
                <a16:creationId xmlns:a16="http://schemas.microsoft.com/office/drawing/2014/main" id="{26B4F707-09FB-A231-D37A-2EA7B27B1B6C}"/>
              </a:ext>
            </a:extLst>
          </p:cNvPr>
          <p:cNvSpPr/>
          <p:nvPr/>
        </p:nvSpPr>
        <p:spPr>
          <a:xfrm>
            <a:off x="4475940" y="2493335"/>
            <a:ext cx="1446028" cy="187133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9" name="Avrundet rektangel 18">
            <a:extLst>
              <a:ext uri="{FF2B5EF4-FFF2-40B4-BE49-F238E27FC236}">
                <a16:creationId xmlns:a16="http://schemas.microsoft.com/office/drawing/2014/main" id="{C626672E-EC6C-6137-2115-B10199AE5772}"/>
              </a:ext>
            </a:extLst>
          </p:cNvPr>
          <p:cNvSpPr/>
          <p:nvPr/>
        </p:nvSpPr>
        <p:spPr>
          <a:xfrm>
            <a:off x="4849594" y="2776609"/>
            <a:ext cx="698715" cy="151388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1B27D2B6-E11D-24FF-4E58-EF84754F491D}"/>
              </a:ext>
            </a:extLst>
          </p:cNvPr>
          <p:cNvSpPr/>
          <p:nvPr/>
        </p:nvSpPr>
        <p:spPr>
          <a:xfrm>
            <a:off x="3306359" y="2950535"/>
            <a:ext cx="372139" cy="3721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1BB0A97C-9EF6-F4FC-9EDC-78A2C8E56065}"/>
              </a:ext>
            </a:extLst>
          </p:cNvPr>
          <p:cNvSpPr txBox="1"/>
          <p:nvPr/>
        </p:nvSpPr>
        <p:spPr>
          <a:xfrm>
            <a:off x="3114973" y="258120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klubb</a:t>
            </a:r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55DC885D-DC25-6A14-6FDC-5737C675302B}"/>
              </a:ext>
            </a:extLst>
          </p:cNvPr>
          <p:cNvSpPr txBox="1"/>
          <p:nvPr/>
        </p:nvSpPr>
        <p:spPr>
          <a:xfrm>
            <a:off x="4568640" y="2080069"/>
            <a:ext cx="1339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:Filmklubb</a:t>
            </a: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3C702191-4586-2D71-E735-936B59CB8369}"/>
              </a:ext>
            </a:extLst>
          </p:cNvPr>
          <p:cNvSpPr/>
          <p:nvPr/>
        </p:nvSpPr>
        <p:spPr>
          <a:xfrm>
            <a:off x="6804471" y="962246"/>
            <a:ext cx="1151860" cy="4146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/>
              <a:t>Filmer.txt</a:t>
            </a:r>
            <a:endParaRPr lang="nb-NO" dirty="0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FE3374DD-A718-FB23-7795-9B91832CE9AF}"/>
              </a:ext>
            </a:extLst>
          </p:cNvPr>
          <p:cNvSpPr/>
          <p:nvPr/>
        </p:nvSpPr>
        <p:spPr>
          <a:xfrm>
            <a:off x="4975669" y="2903355"/>
            <a:ext cx="446567" cy="3707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0</a:t>
            </a: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C8E4622C-8C3B-B9A8-6EFD-77B5B09B2520}"/>
              </a:ext>
            </a:extLst>
          </p:cNvPr>
          <p:cNvSpPr/>
          <p:nvPr/>
        </p:nvSpPr>
        <p:spPr>
          <a:xfrm>
            <a:off x="4975669" y="3348185"/>
            <a:ext cx="446567" cy="3707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1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BB8F3E9E-9874-1970-7594-C21DF0D5A92C}"/>
              </a:ext>
            </a:extLst>
          </p:cNvPr>
          <p:cNvSpPr/>
          <p:nvPr/>
        </p:nvSpPr>
        <p:spPr>
          <a:xfrm>
            <a:off x="4975669" y="3793015"/>
            <a:ext cx="446567" cy="3707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...</a:t>
            </a:r>
          </a:p>
        </p:txBody>
      </p:sp>
      <p:sp>
        <p:nvSpPr>
          <p:cNvPr id="12" name="Avrundet rektangel 11">
            <a:extLst>
              <a:ext uri="{FF2B5EF4-FFF2-40B4-BE49-F238E27FC236}">
                <a16:creationId xmlns:a16="http://schemas.microsoft.com/office/drawing/2014/main" id="{22324C05-A9AB-497B-B2C1-DB9C30FA9F80}"/>
              </a:ext>
            </a:extLst>
          </p:cNvPr>
          <p:cNvSpPr/>
          <p:nvPr/>
        </p:nvSpPr>
        <p:spPr>
          <a:xfrm>
            <a:off x="7027753" y="2145521"/>
            <a:ext cx="1562986" cy="15286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200" dirty="0"/>
          </a:p>
        </p:txBody>
      </p:sp>
      <p:sp>
        <p:nvSpPr>
          <p:cNvPr id="15" name="TekstSylinder 14">
            <a:extLst>
              <a:ext uri="{FF2B5EF4-FFF2-40B4-BE49-F238E27FC236}">
                <a16:creationId xmlns:a16="http://schemas.microsoft.com/office/drawing/2014/main" id="{6B4B2193-558D-101E-2E83-DC1C38A113D2}"/>
              </a:ext>
            </a:extLst>
          </p:cNvPr>
          <p:cNvSpPr txBox="1"/>
          <p:nvPr/>
        </p:nvSpPr>
        <p:spPr>
          <a:xfrm>
            <a:off x="7389634" y="1805026"/>
            <a:ext cx="679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:Film</a:t>
            </a:r>
          </a:p>
        </p:txBody>
      </p:sp>
      <p:sp>
        <p:nvSpPr>
          <p:cNvPr id="16" name="TekstSylinder 15">
            <a:extLst>
              <a:ext uri="{FF2B5EF4-FFF2-40B4-BE49-F238E27FC236}">
                <a16:creationId xmlns:a16="http://schemas.microsoft.com/office/drawing/2014/main" id="{7B5CD448-53DA-6063-EFAD-B30DE753E569}"/>
              </a:ext>
            </a:extLst>
          </p:cNvPr>
          <p:cNvSpPr txBox="1"/>
          <p:nvPr/>
        </p:nvSpPr>
        <p:spPr>
          <a:xfrm>
            <a:off x="7448112" y="4179999"/>
            <a:ext cx="679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:Film</a:t>
            </a:r>
          </a:p>
        </p:txBody>
      </p:sp>
      <p:sp>
        <p:nvSpPr>
          <p:cNvPr id="17" name="Avrundet rektangel 16">
            <a:extLst>
              <a:ext uri="{FF2B5EF4-FFF2-40B4-BE49-F238E27FC236}">
                <a16:creationId xmlns:a16="http://schemas.microsoft.com/office/drawing/2014/main" id="{BDBB97BD-A060-FF64-4797-BC295E883FC5}"/>
              </a:ext>
            </a:extLst>
          </p:cNvPr>
          <p:cNvSpPr/>
          <p:nvPr/>
        </p:nvSpPr>
        <p:spPr>
          <a:xfrm>
            <a:off x="7102182" y="4568490"/>
            <a:ext cx="1446027" cy="7761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200" dirty="0"/>
              <a:t>_tittel = The </a:t>
            </a:r>
            <a:r>
              <a:rPr lang="nb-NO" sz="1200" dirty="0" err="1"/>
              <a:t>Imitation</a:t>
            </a:r>
            <a:r>
              <a:rPr lang="nb-NO" sz="1200" dirty="0"/>
              <a:t> Game</a:t>
            </a:r>
          </a:p>
          <a:p>
            <a:pPr algn="ctr"/>
            <a:r>
              <a:rPr lang="nb-NO" sz="1200" dirty="0"/>
              <a:t>_år = 2014</a:t>
            </a:r>
          </a:p>
          <a:p>
            <a:pPr algn="ctr"/>
            <a:r>
              <a:rPr lang="nb-NO" sz="1200" dirty="0"/>
              <a:t>_skuespillere = {}</a:t>
            </a:r>
          </a:p>
        </p:txBody>
      </p:sp>
      <p:sp>
        <p:nvSpPr>
          <p:cNvPr id="20" name="TekstSylinder 19">
            <a:extLst>
              <a:ext uri="{FF2B5EF4-FFF2-40B4-BE49-F238E27FC236}">
                <a16:creationId xmlns:a16="http://schemas.microsoft.com/office/drawing/2014/main" id="{25FD38BD-8C7E-E863-3115-69F5A29C05C3}"/>
              </a:ext>
            </a:extLst>
          </p:cNvPr>
          <p:cNvSpPr txBox="1"/>
          <p:nvPr/>
        </p:nvSpPr>
        <p:spPr>
          <a:xfrm>
            <a:off x="4737394" y="2449401"/>
            <a:ext cx="979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:filmer</a:t>
            </a:r>
          </a:p>
        </p:txBody>
      </p:sp>
      <p:sp>
        <p:nvSpPr>
          <p:cNvPr id="21" name="Avrundet rektangel 20">
            <a:extLst>
              <a:ext uri="{FF2B5EF4-FFF2-40B4-BE49-F238E27FC236}">
                <a16:creationId xmlns:a16="http://schemas.microsoft.com/office/drawing/2014/main" id="{FACE98D0-55B4-B40A-07C9-E16912C049D1}"/>
              </a:ext>
            </a:extLst>
          </p:cNvPr>
          <p:cNvSpPr/>
          <p:nvPr/>
        </p:nvSpPr>
        <p:spPr>
          <a:xfrm>
            <a:off x="7102182" y="2909822"/>
            <a:ext cx="1446027" cy="63976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730" dirty="0"/>
              <a:t>«Glenn Powell»: «John Glenn»</a:t>
            </a:r>
          </a:p>
          <a:p>
            <a:pPr algn="ctr"/>
            <a:r>
              <a:rPr lang="nb-NO" sz="730" dirty="0"/>
              <a:t>«Kevin Costner»: Al Harrison</a:t>
            </a:r>
          </a:p>
        </p:txBody>
      </p:sp>
      <p:sp>
        <p:nvSpPr>
          <p:cNvPr id="22" name="TekstSylinder 21">
            <a:extLst>
              <a:ext uri="{FF2B5EF4-FFF2-40B4-BE49-F238E27FC236}">
                <a16:creationId xmlns:a16="http://schemas.microsoft.com/office/drawing/2014/main" id="{6CD45FC8-B76C-FE09-4B59-A76800F55C2F}"/>
              </a:ext>
            </a:extLst>
          </p:cNvPr>
          <p:cNvSpPr txBox="1"/>
          <p:nvPr/>
        </p:nvSpPr>
        <p:spPr>
          <a:xfrm>
            <a:off x="7058897" y="2207745"/>
            <a:ext cx="1446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>
                <a:solidFill>
                  <a:schemeClr val="bg1"/>
                </a:solidFill>
              </a:rPr>
              <a:t>_tittel = </a:t>
            </a:r>
            <a:r>
              <a:rPr lang="nb-NO" sz="1000" dirty="0" err="1">
                <a:solidFill>
                  <a:schemeClr val="bg1"/>
                </a:solidFill>
              </a:rPr>
              <a:t>Hidden</a:t>
            </a:r>
            <a:r>
              <a:rPr lang="nb-NO" sz="1000" dirty="0">
                <a:solidFill>
                  <a:schemeClr val="bg1"/>
                </a:solidFill>
              </a:rPr>
              <a:t> </a:t>
            </a:r>
            <a:r>
              <a:rPr lang="nb-NO" sz="1000" dirty="0" err="1">
                <a:solidFill>
                  <a:schemeClr val="bg1"/>
                </a:solidFill>
              </a:rPr>
              <a:t>Figures</a:t>
            </a:r>
            <a:endParaRPr lang="nb-NO" sz="1000" dirty="0">
              <a:solidFill>
                <a:schemeClr val="bg1"/>
              </a:solidFill>
            </a:endParaRPr>
          </a:p>
          <a:p>
            <a:r>
              <a:rPr lang="nb-NO" sz="1000" dirty="0">
                <a:solidFill>
                  <a:schemeClr val="bg1"/>
                </a:solidFill>
              </a:rPr>
              <a:t>_år =  2016</a:t>
            </a:r>
          </a:p>
        </p:txBody>
      </p:sp>
      <p:sp>
        <p:nvSpPr>
          <p:cNvPr id="23" name="TekstSylinder 22">
            <a:extLst>
              <a:ext uri="{FF2B5EF4-FFF2-40B4-BE49-F238E27FC236}">
                <a16:creationId xmlns:a16="http://schemas.microsoft.com/office/drawing/2014/main" id="{4DC0506B-D8F7-EEE3-7E2D-DCDC99C507D9}"/>
              </a:ext>
            </a:extLst>
          </p:cNvPr>
          <p:cNvSpPr txBox="1"/>
          <p:nvPr/>
        </p:nvSpPr>
        <p:spPr>
          <a:xfrm>
            <a:off x="7346355" y="2699392"/>
            <a:ext cx="9637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100" dirty="0">
                <a:solidFill>
                  <a:schemeClr val="bg1"/>
                </a:solidFill>
              </a:rPr>
              <a:t>:skuespillere</a:t>
            </a:r>
          </a:p>
        </p:txBody>
      </p:sp>
      <p:cxnSp>
        <p:nvCxnSpPr>
          <p:cNvPr id="25" name="Rett pil 24">
            <a:extLst>
              <a:ext uri="{FF2B5EF4-FFF2-40B4-BE49-F238E27FC236}">
                <a16:creationId xmlns:a16="http://schemas.microsoft.com/office/drawing/2014/main" id="{F8687903-DAEA-E1CD-9AF0-E03B6DAACF16}"/>
              </a:ext>
            </a:extLst>
          </p:cNvPr>
          <p:cNvCxnSpPr/>
          <p:nvPr/>
        </p:nvCxnSpPr>
        <p:spPr>
          <a:xfrm>
            <a:off x="3783724" y="3171985"/>
            <a:ext cx="6922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tt pil 26">
            <a:extLst>
              <a:ext uri="{FF2B5EF4-FFF2-40B4-BE49-F238E27FC236}">
                <a16:creationId xmlns:a16="http://schemas.microsoft.com/office/drawing/2014/main" id="{2DC895A2-1182-25AB-3382-4A08BFCC860A}"/>
              </a:ext>
            </a:extLst>
          </p:cNvPr>
          <p:cNvCxnSpPr/>
          <p:nvPr/>
        </p:nvCxnSpPr>
        <p:spPr>
          <a:xfrm flipV="1">
            <a:off x="5422236" y="2806698"/>
            <a:ext cx="1493571" cy="2286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tt pil 28">
            <a:extLst>
              <a:ext uri="{FF2B5EF4-FFF2-40B4-BE49-F238E27FC236}">
                <a16:creationId xmlns:a16="http://schemas.microsoft.com/office/drawing/2014/main" id="{5A94D2D9-0927-47FB-96A7-E33C4620D271}"/>
              </a:ext>
            </a:extLst>
          </p:cNvPr>
          <p:cNvCxnSpPr>
            <a:stCxn id="19" idx="3"/>
          </p:cNvCxnSpPr>
          <p:nvPr/>
        </p:nvCxnSpPr>
        <p:spPr>
          <a:xfrm>
            <a:off x="5548309" y="3533552"/>
            <a:ext cx="1479444" cy="1278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ett pil 30">
            <a:extLst>
              <a:ext uri="{FF2B5EF4-FFF2-40B4-BE49-F238E27FC236}">
                <a16:creationId xmlns:a16="http://schemas.microsoft.com/office/drawing/2014/main" id="{F09CB173-77E9-8626-B91A-80A735016E3D}"/>
              </a:ext>
            </a:extLst>
          </p:cNvPr>
          <p:cNvCxnSpPr/>
          <p:nvPr/>
        </p:nvCxnSpPr>
        <p:spPr>
          <a:xfrm flipH="1">
            <a:off x="5812221" y="1376916"/>
            <a:ext cx="992250" cy="12042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ktangel 31">
            <a:extLst>
              <a:ext uri="{FF2B5EF4-FFF2-40B4-BE49-F238E27FC236}">
                <a16:creationId xmlns:a16="http://schemas.microsoft.com/office/drawing/2014/main" id="{9DEC124A-1FD5-4435-3CA7-04EF90DF566B}"/>
              </a:ext>
            </a:extLst>
          </p:cNvPr>
          <p:cNvSpPr/>
          <p:nvPr/>
        </p:nvSpPr>
        <p:spPr>
          <a:xfrm>
            <a:off x="3297987" y="3792589"/>
            <a:ext cx="388882" cy="3532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3" name="TekstSylinder 32">
            <a:extLst>
              <a:ext uri="{FF2B5EF4-FFF2-40B4-BE49-F238E27FC236}">
                <a16:creationId xmlns:a16="http://schemas.microsoft.com/office/drawing/2014/main" id="{4D58CBBB-1E58-FFED-8F86-57A9D5189E90}"/>
              </a:ext>
            </a:extLst>
          </p:cNvPr>
          <p:cNvSpPr txBox="1"/>
          <p:nvPr/>
        </p:nvSpPr>
        <p:spPr>
          <a:xfrm>
            <a:off x="2996543" y="3468591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funnet</a:t>
            </a:r>
          </a:p>
        </p:txBody>
      </p:sp>
      <p:cxnSp>
        <p:nvCxnSpPr>
          <p:cNvPr id="37" name="Rett pil 36">
            <a:extLst>
              <a:ext uri="{FF2B5EF4-FFF2-40B4-BE49-F238E27FC236}">
                <a16:creationId xmlns:a16="http://schemas.microsoft.com/office/drawing/2014/main" id="{5D72130D-988C-7D65-0EB4-A09832F35D46}"/>
              </a:ext>
            </a:extLst>
          </p:cNvPr>
          <p:cNvCxnSpPr/>
          <p:nvPr/>
        </p:nvCxnSpPr>
        <p:spPr>
          <a:xfrm flipV="1">
            <a:off x="3783724" y="3136604"/>
            <a:ext cx="1149415" cy="808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080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63b6811-b0a4-4b2a-b932-72c4c970c5d2}" enabled="0" method="" siteId="{463b6811-b0a4-4b2a-b932-72c4c970c5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2926</TotalTime>
  <Words>55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Office-tema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Walstad Haugstvedt</dc:creator>
  <cp:lastModifiedBy>David Walstad Haugstvedt</cp:lastModifiedBy>
  <cp:revision>1</cp:revision>
  <dcterms:created xsi:type="dcterms:W3CDTF">2024-10-15T17:57:23Z</dcterms:created>
  <dcterms:modified xsi:type="dcterms:W3CDTF">2024-10-17T18:44:10Z</dcterms:modified>
</cp:coreProperties>
</file>